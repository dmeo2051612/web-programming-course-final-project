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ungee" charset="1" panose="00000000000000000000"/>
      <p:regular r:id="rId18"/>
    </p:embeddedFont>
    <p:embeddedFont>
      <p:font typeface="Times New Roman" charset="1" panose="02020603050405020304"/>
      <p:regular r:id="rId19"/>
    </p:embeddedFont>
    <p:embeddedFont>
      <p:font typeface="DM Sans" charset="1" panose="00000000000000000000"/>
      <p:regular r:id="rId20"/>
    </p:embeddedFont>
    <p:embeddedFont>
      <p:font typeface="Fredoka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57071" y="1757367"/>
            <a:ext cx="6240399" cy="4663280"/>
          </a:xfrm>
          <a:custGeom>
            <a:avLst/>
            <a:gdLst/>
            <a:ahLst/>
            <a:cxnLst/>
            <a:rect r="r" b="b" t="t" l="l"/>
            <a:pathLst>
              <a:path h="4663280" w="6240399">
                <a:moveTo>
                  <a:pt x="0" y="0"/>
                </a:moveTo>
                <a:lnTo>
                  <a:pt x="6240400" y="0"/>
                </a:lnTo>
                <a:lnTo>
                  <a:pt x="6240400" y="4663280"/>
                </a:lnTo>
                <a:lnTo>
                  <a:pt x="0" y="46632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829795" y="6247131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10"/>
                </a:lnTo>
                <a:lnTo>
                  <a:pt x="0" y="52164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7">
              <a:alphaModFix amt="6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3531" y="0"/>
            <a:ext cx="2361995" cy="2860857"/>
          </a:xfrm>
          <a:custGeom>
            <a:avLst/>
            <a:gdLst/>
            <a:ahLst/>
            <a:cxnLst/>
            <a:rect r="r" b="b" t="t" l="l"/>
            <a:pathLst>
              <a:path h="2860857" w="2361995">
                <a:moveTo>
                  <a:pt x="0" y="0"/>
                </a:moveTo>
                <a:lnTo>
                  <a:pt x="2361995" y="0"/>
                </a:lnTo>
                <a:lnTo>
                  <a:pt x="2361995" y="2860857"/>
                </a:lnTo>
                <a:lnTo>
                  <a:pt x="0" y="28608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2104" y="3847965"/>
            <a:ext cx="8848650" cy="1874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7"/>
              </a:lnSpc>
            </a:pPr>
            <a:r>
              <a:rPr lang="en-US" sz="6375">
                <a:solidFill>
                  <a:srgbClr val="00357A"/>
                </a:solidFill>
                <a:latin typeface="Bungee"/>
                <a:ea typeface="Bungee"/>
                <a:cs typeface="Bungee"/>
                <a:sym typeface="Bungee"/>
              </a:rPr>
              <a:t>HỆ THỐNG QUẢN LÍ ĐỀ TÀI SINH VIÊN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19274" y="8901081"/>
            <a:ext cx="7925168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GVHD: ThS. HOÀNG THÁI XUÂN KHOA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2104" y="7975584"/>
            <a:ext cx="8822359" cy="87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9"/>
              </a:lnSpc>
            </a:pPr>
            <a:r>
              <a:rPr lang="en-US" sz="5114">
                <a:solidFill>
                  <a:srgbClr val="00167A"/>
                </a:solidFill>
                <a:latin typeface="DM Sans"/>
                <a:ea typeface="DM Sans"/>
                <a:cs typeface="DM Sans"/>
                <a:sym typeface="DM Sans"/>
              </a:rPr>
              <a:t>GROUP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9795" y="6247131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10"/>
                </a:lnTo>
                <a:lnTo>
                  <a:pt x="0" y="52164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70461" y="1123950"/>
            <a:ext cx="9347078" cy="90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Our Teams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5726" y="4491678"/>
            <a:ext cx="4128468" cy="82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MINH HUY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866527" y="4314010"/>
            <a:ext cx="4128468" cy="165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RẦN HỮU THÀNH ĐÔ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22385" y="4491678"/>
            <a:ext cx="4706085" cy="82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Ê ĐĂNG MINH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85353" y="6596975"/>
            <a:ext cx="6769005" cy="82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GUYỄN QUANG HUY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94606" y="6596975"/>
            <a:ext cx="4706085" cy="823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4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Ê BẢO HUY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7874" y="8426608"/>
            <a:ext cx="3853164" cy="4061306"/>
          </a:xfrm>
          <a:custGeom>
            <a:avLst/>
            <a:gdLst/>
            <a:ahLst/>
            <a:cxnLst/>
            <a:rect r="r" b="b" t="t" l="l"/>
            <a:pathLst>
              <a:path h="4061306" w="3853164">
                <a:moveTo>
                  <a:pt x="0" y="0"/>
                </a:moveTo>
                <a:lnTo>
                  <a:pt x="3853164" y="0"/>
                </a:lnTo>
                <a:lnTo>
                  <a:pt x="3853164" y="4061305"/>
                </a:lnTo>
                <a:lnTo>
                  <a:pt x="0" y="406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45476" y="2107645"/>
            <a:ext cx="4878472" cy="3013998"/>
          </a:xfrm>
          <a:custGeom>
            <a:avLst/>
            <a:gdLst/>
            <a:ahLst/>
            <a:cxnLst/>
            <a:rect r="r" b="b" t="t" l="l"/>
            <a:pathLst>
              <a:path h="3013998" w="4878472">
                <a:moveTo>
                  <a:pt x="0" y="0"/>
                </a:moveTo>
                <a:lnTo>
                  <a:pt x="4878472" y="0"/>
                </a:lnTo>
                <a:lnTo>
                  <a:pt x="4878472" y="3013998"/>
                </a:lnTo>
                <a:lnTo>
                  <a:pt x="0" y="3013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76953" y="2107645"/>
            <a:ext cx="5594516" cy="2365963"/>
          </a:xfrm>
          <a:custGeom>
            <a:avLst/>
            <a:gdLst/>
            <a:ahLst/>
            <a:cxnLst/>
            <a:rect r="r" b="b" t="t" l="l"/>
            <a:pathLst>
              <a:path h="2365963" w="5594516">
                <a:moveTo>
                  <a:pt x="0" y="0"/>
                </a:moveTo>
                <a:lnTo>
                  <a:pt x="5594516" y="0"/>
                </a:lnTo>
                <a:lnTo>
                  <a:pt x="5594516" y="2365962"/>
                </a:lnTo>
                <a:lnTo>
                  <a:pt x="0" y="2365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44062" y="7312107"/>
            <a:ext cx="4684726" cy="3123151"/>
          </a:xfrm>
          <a:custGeom>
            <a:avLst/>
            <a:gdLst/>
            <a:ahLst/>
            <a:cxnLst/>
            <a:rect r="r" b="b" t="t" l="l"/>
            <a:pathLst>
              <a:path h="3123151" w="4684726">
                <a:moveTo>
                  <a:pt x="0" y="0"/>
                </a:moveTo>
                <a:lnTo>
                  <a:pt x="4684726" y="0"/>
                </a:lnTo>
                <a:lnTo>
                  <a:pt x="4684726" y="3123151"/>
                </a:lnTo>
                <a:lnTo>
                  <a:pt x="0" y="31231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7732" y="5709338"/>
            <a:ext cx="5627974" cy="1737637"/>
          </a:xfrm>
          <a:custGeom>
            <a:avLst/>
            <a:gdLst/>
            <a:ahLst/>
            <a:cxnLst/>
            <a:rect r="r" b="b" t="t" l="l"/>
            <a:pathLst>
              <a:path h="1737637" w="5627974">
                <a:moveTo>
                  <a:pt x="0" y="0"/>
                </a:moveTo>
                <a:lnTo>
                  <a:pt x="5627975" y="0"/>
                </a:lnTo>
                <a:lnTo>
                  <a:pt x="5627975" y="1737638"/>
                </a:lnTo>
                <a:lnTo>
                  <a:pt x="0" y="17376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74506" y="5055842"/>
            <a:ext cx="3930435" cy="3476923"/>
          </a:xfrm>
          <a:custGeom>
            <a:avLst/>
            <a:gdLst/>
            <a:ahLst/>
            <a:cxnLst/>
            <a:rect r="r" b="b" t="t" l="l"/>
            <a:pathLst>
              <a:path h="3476923" w="3930435">
                <a:moveTo>
                  <a:pt x="0" y="0"/>
                </a:moveTo>
                <a:lnTo>
                  <a:pt x="3930435" y="0"/>
                </a:lnTo>
                <a:lnTo>
                  <a:pt x="3930435" y="3476924"/>
                </a:lnTo>
                <a:lnTo>
                  <a:pt x="0" y="34769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8708" y="2500491"/>
            <a:ext cx="5476731" cy="3042628"/>
          </a:xfrm>
          <a:custGeom>
            <a:avLst/>
            <a:gdLst/>
            <a:ahLst/>
            <a:cxnLst/>
            <a:rect r="r" b="b" t="t" l="l"/>
            <a:pathLst>
              <a:path h="3042628" w="5476731">
                <a:moveTo>
                  <a:pt x="0" y="0"/>
                </a:moveTo>
                <a:lnTo>
                  <a:pt x="5476731" y="0"/>
                </a:lnTo>
                <a:lnTo>
                  <a:pt x="5476731" y="3042628"/>
                </a:lnTo>
                <a:lnTo>
                  <a:pt x="0" y="30426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97578" y="4564316"/>
            <a:ext cx="3316642" cy="3156337"/>
          </a:xfrm>
          <a:custGeom>
            <a:avLst/>
            <a:gdLst/>
            <a:ahLst/>
            <a:cxnLst/>
            <a:rect r="r" b="b" t="t" l="l"/>
            <a:pathLst>
              <a:path h="3156337" w="3316642">
                <a:moveTo>
                  <a:pt x="0" y="0"/>
                </a:moveTo>
                <a:lnTo>
                  <a:pt x="3316641" y="0"/>
                </a:lnTo>
                <a:lnTo>
                  <a:pt x="3316641" y="3156337"/>
                </a:lnTo>
                <a:lnTo>
                  <a:pt x="0" y="31563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70461" y="990600"/>
            <a:ext cx="9347078" cy="104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Bungee"/>
                <a:ea typeface="Bungee"/>
                <a:cs typeface="Bungee"/>
                <a:sym typeface="Bungee"/>
              </a:rPr>
              <a:t>CÔNG NGHỆ SỬ DỤNG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019" y="1179772"/>
            <a:ext cx="8282902" cy="8698780"/>
          </a:xfrm>
          <a:custGeom>
            <a:avLst/>
            <a:gdLst/>
            <a:ahLst/>
            <a:cxnLst/>
            <a:rect r="r" b="b" t="t" l="l"/>
            <a:pathLst>
              <a:path h="8698780" w="8282902">
                <a:moveTo>
                  <a:pt x="0" y="0"/>
                </a:moveTo>
                <a:lnTo>
                  <a:pt x="8282903" y="0"/>
                </a:lnTo>
                <a:lnTo>
                  <a:pt x="8282903" y="8698780"/>
                </a:lnTo>
                <a:lnTo>
                  <a:pt x="0" y="869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058031" y="7876627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10"/>
                </a:lnTo>
                <a:lnTo>
                  <a:pt x="0" y="52164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7384" y="603941"/>
            <a:ext cx="14243074" cy="91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2"/>
              </a:lnSpc>
            </a:pPr>
            <a:r>
              <a:rPr lang="en-US" sz="5690">
                <a:solidFill>
                  <a:srgbClr val="00357A"/>
                </a:solidFill>
                <a:latin typeface="Bungee"/>
                <a:ea typeface="Bungee"/>
                <a:cs typeface="Bungee"/>
                <a:sym typeface="Bungee"/>
              </a:rPr>
              <a:t>CÁC VAI TRÒ TRONG HỆ THỐNG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00493" y="4959638"/>
            <a:ext cx="962150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TRƯỞNG KHOA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34018" y="4986237"/>
            <a:ext cx="93054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GIẢNG VIÊN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58514" y="6692282"/>
            <a:ext cx="930543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 VIÊN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598" y="707482"/>
            <a:ext cx="16547978" cy="8487787"/>
          </a:xfrm>
          <a:custGeom>
            <a:avLst/>
            <a:gdLst/>
            <a:ahLst/>
            <a:cxnLst/>
            <a:rect r="r" b="b" t="t" l="l"/>
            <a:pathLst>
              <a:path h="8487787" w="16547978">
                <a:moveTo>
                  <a:pt x="0" y="0"/>
                </a:moveTo>
                <a:lnTo>
                  <a:pt x="16547978" y="0"/>
                </a:lnTo>
                <a:lnTo>
                  <a:pt x="16547978" y="8487787"/>
                </a:lnTo>
                <a:lnTo>
                  <a:pt x="0" y="8487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37408" y="-250059"/>
            <a:ext cx="13117575" cy="10746929"/>
          </a:xfrm>
          <a:custGeom>
            <a:avLst/>
            <a:gdLst/>
            <a:ahLst/>
            <a:cxnLst/>
            <a:rect r="r" b="b" t="t" l="l"/>
            <a:pathLst>
              <a:path h="10746929" w="13117575">
                <a:moveTo>
                  <a:pt x="0" y="0"/>
                </a:moveTo>
                <a:lnTo>
                  <a:pt x="13117575" y="0"/>
                </a:lnTo>
                <a:lnTo>
                  <a:pt x="13117575" y="10746929"/>
                </a:lnTo>
                <a:lnTo>
                  <a:pt x="0" y="107469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5368" y="114686"/>
            <a:ext cx="13535378" cy="10199531"/>
          </a:xfrm>
          <a:custGeom>
            <a:avLst/>
            <a:gdLst/>
            <a:ahLst/>
            <a:cxnLst/>
            <a:rect r="r" b="b" t="t" l="l"/>
            <a:pathLst>
              <a:path h="10199531" w="13535378">
                <a:moveTo>
                  <a:pt x="0" y="0"/>
                </a:moveTo>
                <a:lnTo>
                  <a:pt x="13535378" y="0"/>
                </a:lnTo>
                <a:lnTo>
                  <a:pt x="13535378" y="10199532"/>
                </a:lnTo>
                <a:lnTo>
                  <a:pt x="0" y="10199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9100" y="-264834"/>
            <a:ext cx="13254623" cy="10816669"/>
          </a:xfrm>
          <a:custGeom>
            <a:avLst/>
            <a:gdLst/>
            <a:ahLst/>
            <a:cxnLst/>
            <a:rect r="r" b="b" t="t" l="l"/>
            <a:pathLst>
              <a:path h="10816669" w="13254623">
                <a:moveTo>
                  <a:pt x="0" y="0"/>
                </a:moveTo>
                <a:lnTo>
                  <a:pt x="13254623" y="0"/>
                </a:lnTo>
                <a:lnTo>
                  <a:pt x="13254623" y="10816668"/>
                </a:lnTo>
                <a:lnTo>
                  <a:pt x="0" y="10816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75154" y="439263"/>
            <a:ext cx="14216672" cy="9408474"/>
          </a:xfrm>
          <a:custGeom>
            <a:avLst/>
            <a:gdLst/>
            <a:ahLst/>
            <a:cxnLst/>
            <a:rect r="r" b="b" t="t" l="l"/>
            <a:pathLst>
              <a:path h="9408474" w="14216672">
                <a:moveTo>
                  <a:pt x="0" y="0"/>
                </a:moveTo>
                <a:lnTo>
                  <a:pt x="14216673" y="0"/>
                </a:lnTo>
                <a:lnTo>
                  <a:pt x="14216673" y="9408474"/>
                </a:lnTo>
                <a:lnTo>
                  <a:pt x="0" y="9408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7">
              <a:alphaModFix amt="41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9333" y="-342750"/>
            <a:ext cx="19336898" cy="10877005"/>
          </a:xfrm>
          <a:custGeom>
            <a:avLst/>
            <a:gdLst/>
            <a:ahLst/>
            <a:cxnLst/>
            <a:rect r="r" b="b" t="t" l="l"/>
            <a:pathLst>
              <a:path h="10877005" w="19336898">
                <a:moveTo>
                  <a:pt x="0" y="0"/>
                </a:moveTo>
                <a:lnTo>
                  <a:pt x="19336898" y="0"/>
                </a:lnTo>
                <a:lnTo>
                  <a:pt x="19336898" y="10877005"/>
                </a:lnTo>
                <a:lnTo>
                  <a:pt x="0" y="1087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88417" y="948266"/>
            <a:ext cx="6063407" cy="9357110"/>
          </a:xfrm>
          <a:custGeom>
            <a:avLst/>
            <a:gdLst/>
            <a:ahLst/>
            <a:cxnLst/>
            <a:rect r="r" b="b" t="t" l="l"/>
            <a:pathLst>
              <a:path h="9357110" w="6063407">
                <a:moveTo>
                  <a:pt x="0" y="0"/>
                </a:moveTo>
                <a:lnTo>
                  <a:pt x="6063408" y="0"/>
                </a:lnTo>
                <a:lnTo>
                  <a:pt x="6063408" y="9357110"/>
                </a:lnTo>
                <a:lnTo>
                  <a:pt x="0" y="93571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12664" y="247951"/>
            <a:ext cx="12235166" cy="74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2"/>
              </a:lnSpc>
            </a:pPr>
            <a:r>
              <a:rPr lang="en-US" sz="4690">
                <a:solidFill>
                  <a:srgbClr val="00357A"/>
                </a:solidFill>
                <a:latin typeface="Bungee"/>
                <a:ea typeface="Bungee"/>
                <a:cs typeface="Bungee"/>
                <a:sym typeface="Bungee"/>
              </a:rPr>
              <a:t>KIẾN TRÚC HỆ THỐNG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829795" y="-1147414"/>
            <a:ext cx="2975865" cy="4191359"/>
          </a:xfrm>
          <a:custGeom>
            <a:avLst/>
            <a:gdLst/>
            <a:ahLst/>
            <a:cxnLst/>
            <a:rect r="r" b="b" t="t" l="l"/>
            <a:pathLst>
              <a:path h="4191359" w="2975865">
                <a:moveTo>
                  <a:pt x="0" y="0"/>
                </a:moveTo>
                <a:lnTo>
                  <a:pt x="2975865" y="0"/>
                </a:lnTo>
                <a:lnTo>
                  <a:pt x="2975865" y="4191360"/>
                </a:lnTo>
                <a:lnTo>
                  <a:pt x="0" y="419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6129373" y="7909074"/>
            <a:ext cx="2259855" cy="3182894"/>
          </a:xfrm>
          <a:custGeom>
            <a:avLst/>
            <a:gdLst/>
            <a:ahLst/>
            <a:cxnLst/>
            <a:rect r="r" b="b" t="t" l="l"/>
            <a:pathLst>
              <a:path h="3182894" w="2259855">
                <a:moveTo>
                  <a:pt x="2259854" y="0"/>
                </a:moveTo>
                <a:lnTo>
                  <a:pt x="0" y="0"/>
                </a:lnTo>
                <a:lnTo>
                  <a:pt x="0" y="3182894"/>
                </a:lnTo>
                <a:lnTo>
                  <a:pt x="2259854" y="3182894"/>
                </a:lnTo>
                <a:lnTo>
                  <a:pt x="225985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87874" y="7271504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0" y="0"/>
                </a:moveTo>
                <a:lnTo>
                  <a:pt x="4949069" y="0"/>
                </a:lnTo>
                <a:lnTo>
                  <a:pt x="4949069" y="5216409"/>
                </a:lnTo>
                <a:lnTo>
                  <a:pt x="0" y="5216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511493" y="-1659939"/>
            <a:ext cx="4949069" cy="5216410"/>
          </a:xfrm>
          <a:custGeom>
            <a:avLst/>
            <a:gdLst/>
            <a:ahLst/>
            <a:cxnLst/>
            <a:rect r="r" b="b" t="t" l="l"/>
            <a:pathLst>
              <a:path h="5216410" w="4949069">
                <a:moveTo>
                  <a:pt x="4949068" y="5216410"/>
                </a:moveTo>
                <a:lnTo>
                  <a:pt x="0" y="5216410"/>
                </a:lnTo>
                <a:lnTo>
                  <a:pt x="0" y="0"/>
                </a:lnTo>
                <a:lnTo>
                  <a:pt x="4949068" y="0"/>
                </a:lnTo>
                <a:lnTo>
                  <a:pt x="4949068" y="5216410"/>
                </a:lnTo>
                <a:close/>
              </a:path>
            </a:pathLst>
          </a:custGeom>
          <a:blipFill>
            <a:blip r:embed="rId6">
              <a:alphaModFix amt="4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70461" y="4235740"/>
            <a:ext cx="9347078" cy="90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86"/>
              </a:lnSpc>
            </a:pPr>
            <a:r>
              <a:rPr lang="en-US" sz="6590">
                <a:solidFill>
                  <a:srgbClr val="00357A"/>
                </a:soli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DAHY55ekZ8I</dc:identifier>
  <dcterms:modified xsi:type="dcterms:W3CDTF">2011-08-01T06:04:30Z</dcterms:modified>
  <cp:revision>1</cp:revision>
  <dc:title>HỆ THỐNG QUẢN LÍ ĐỀ TÀI SINH VIÊN</dc:title>
</cp:coreProperties>
</file>